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01DDD5-4869-02B0-08DA-48FCD54B453B}" v="1001" dt="2026-05-29T07:41:45.1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29.05.2026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71309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29.05.2026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65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29.05.2026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57285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29.05.2026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26106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29.05.2026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97578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29.05.2026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14983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29.05.2026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7379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29.05.2026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04307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29.05.2026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8859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29.05.2026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07188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29.05.2026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5787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3A43DF-04A3-4662-88CA-28FDED1CFC09}" type="datetimeFigureOut">
              <a:rPr lang="cs-CZ" smtClean="0"/>
              <a:t>29.05.2026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64252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cSYnseML8uEZpnv1byRIijw4dpCdwnE0/view?usp=drivesdk" TargetMode="External"/><Relationship Id="rId2" Type="http://schemas.openxmlformats.org/officeDocument/2006/relationships/hyperlink" Target="https://homel.vsb.cz/~cho0178/MCU/MCUCompositeStructure.pdf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cs-CZ" sz="6600"/>
              <a:t>StephenSays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cs-CZ"/>
              <a:t>Skill Issue (Štěpán Valenta, Michal Mlčák)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523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F12EA8D-EFFC-037A-9CDE-F2ECE1DE2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 sz="5400"/>
              <a:t>Návrh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9894A97-20CD-C46D-ABB6-2AB718A49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cs-CZ" sz="2200"/>
              <a:t>Pravidla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200"/>
              <a:t>Když vám svítí oranžová dioda hra je ready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200"/>
              <a:t>Stiskněte jakékoliv ze čtyř tlačítek pro zahájení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200"/>
              <a:t>Když svítí dioda zeleně Stephen vám ukazuje jaké tlačítka mačkat na bargraphu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200"/>
              <a:t>Poté když svítí dioda modře musíte zopakovat pořadí tlačítek podle Stephena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200"/>
              <a:t>Po každém kole se vám přičte 1 bod a zahájí se další kolo které je delší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200"/>
              <a:t>Když se netrefíte rozbliká se dioda červěně a zobrazí se v binárce skóre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200"/>
              <a:t>Když vyhrajete rozbliká se dioda bíle a vaše skóre se zobrazí v binárce</a:t>
            </a:r>
          </a:p>
        </p:txBody>
      </p:sp>
    </p:spTree>
    <p:extLst>
      <p:ext uri="{BB962C8B-B14F-4D97-AF65-F5344CB8AC3E}">
        <p14:creationId xmlns:p14="http://schemas.microsoft.com/office/powerpoint/2010/main" val="2646572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9100ADC-F5F9-4C96-60D5-CE0A60D42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 sz="5400"/>
              <a:t>Návrh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12D0C1C-A5E4-D918-C919-E66CB3602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cs-CZ" sz="2200"/>
              <a:t>Přístup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200"/>
              <a:t>Nejdřív zprovoznit každý komponent samostatně a otestovat že ho umíme ovládat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200"/>
              <a:t>Základní funkcionalita (stisknutím tlačítka bliknou dvě příslušné ledky)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200"/>
              <a:t>Vytvořit si randomizér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200"/>
              <a:t>Začít pracovat na logice a fungování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200"/>
              <a:t>Testovat hru a hledat chyby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200"/>
              <a:t>Poté předělat kód do jednotlivých knihoven</a:t>
            </a:r>
          </a:p>
        </p:txBody>
      </p:sp>
    </p:spTree>
    <p:extLst>
      <p:ext uri="{BB962C8B-B14F-4D97-AF65-F5344CB8AC3E}">
        <p14:creationId xmlns:p14="http://schemas.microsoft.com/office/powerpoint/2010/main" val="608305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354B390-2E53-9909-E06F-C1DF384C2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 sz="5400"/>
              <a:t>Hardware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1248487-F0E0-402E-8D6F-FA3027A34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200"/>
              <a:t>Schéma: </a:t>
            </a:r>
            <a:r>
              <a:rPr lang="cs-CZ" sz="2200" dirty="0">
                <a:hlinkClick r:id="rId2"/>
              </a:rPr>
              <a:t>Odkaz</a:t>
            </a:r>
          </a:p>
          <a:p>
            <a:r>
              <a:rPr lang="cs-CZ" sz="2200">
                <a:ea typeface="+mn-lt"/>
                <a:cs typeface="+mn-lt"/>
              </a:rPr>
              <a:t>Použité periferie: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200">
                <a:ea typeface="+mn-lt"/>
                <a:cs typeface="+mn-lt"/>
              </a:rPr>
              <a:t>RGB dioda - vnější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200">
                <a:ea typeface="+mn-lt"/>
                <a:cs typeface="+mn-lt"/>
              </a:rPr>
              <a:t>LEDbargraph - vnější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200">
                <a:ea typeface="+mn-lt"/>
                <a:cs typeface="+mn-lt"/>
              </a:rPr>
              <a:t>Buttony - vnější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200">
                <a:ea typeface="+mn-lt"/>
                <a:cs typeface="+mn-lt"/>
              </a:rPr>
              <a:t>SysTick - vnitřní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200">
                <a:ea typeface="+mn-lt"/>
                <a:cs typeface="+mn-lt"/>
              </a:rPr>
              <a:t>GPIO - vnitřní</a:t>
            </a:r>
            <a:endParaRPr lang="cs-CZ" sz="2200" dirty="0">
              <a:ea typeface="+mn-lt"/>
              <a:cs typeface="+mn-lt"/>
            </a:endParaRPr>
          </a:p>
          <a:p>
            <a:r>
              <a:rPr lang="cs-CZ" sz="2600">
                <a:ea typeface="+mn-lt"/>
                <a:cs typeface="+mn-lt"/>
              </a:rPr>
              <a:t>Video: </a:t>
            </a:r>
            <a:r>
              <a:rPr lang="cs-CZ" sz="2600" dirty="0">
                <a:ea typeface="+mn-lt"/>
                <a:cs typeface="+mn-lt"/>
                <a:hlinkClick r:id="rId3"/>
              </a:rPr>
              <a:t>Odkaz</a:t>
            </a:r>
            <a:r>
              <a:rPr lang="cs-CZ" sz="2600" dirty="0">
                <a:ea typeface="+mn-lt"/>
                <a:cs typeface="+mn-lt"/>
              </a:rPr>
              <a:t> </a:t>
            </a:r>
          </a:p>
          <a:p>
            <a:endParaRPr lang="cs-CZ" sz="2600" dirty="0">
              <a:ea typeface="+mn-lt"/>
              <a:cs typeface="+mn-lt"/>
            </a:endParaRPr>
          </a:p>
          <a:p>
            <a:endParaRPr lang="cs-CZ" sz="22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8074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3661A26-BDE8-28B3-3AE9-CB7C48FB5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 sz="5400"/>
              <a:t>Software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F1C3D6F-CE67-5D7C-6A5D-074C377DE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cs-CZ" sz="2200"/>
              <a:t>Knihovny: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200"/>
              <a:t>MyArduino - základní funkce z arduina (pinMode, digitalRead, digitalWrite, delay)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200"/>
              <a:t>MyRGB – knihovna pro ovládání RGB složky diody odděleně pomocí ON/OFF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200"/>
              <a:t>MyBargraph – knihovna pro bargraph, zobrazování diod, zobrazení skóre v binárce</a:t>
            </a:r>
          </a:p>
        </p:txBody>
      </p:sp>
    </p:spTree>
    <p:extLst>
      <p:ext uri="{BB962C8B-B14F-4D97-AF65-F5344CB8AC3E}">
        <p14:creationId xmlns:p14="http://schemas.microsoft.com/office/powerpoint/2010/main" val="1781474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75A5B51-0925-4835-8511-A0DD17EAA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F34D948-B6E7-EE45-5B97-34B7EF878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65125"/>
            <a:ext cx="5295015" cy="2063808"/>
          </a:xfrm>
        </p:spPr>
        <p:txBody>
          <a:bodyPr anchor="b">
            <a:normAutofit/>
          </a:bodyPr>
          <a:lstStyle/>
          <a:p>
            <a:r>
              <a:rPr lang="cs-CZ" sz="5400"/>
              <a:t>Experience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5CDFD20D-8E4F-4E3A-AF87-93F23E0D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650181"/>
            <a:ext cx="4343400" cy="18288"/>
          </a:xfrm>
          <a:custGeom>
            <a:avLst/>
            <a:gdLst>
              <a:gd name="csX0" fmla="*/ 0 w 4343400"/>
              <a:gd name="csY0" fmla="*/ 0 h 18288"/>
              <a:gd name="csX1" fmla="*/ 577052 w 4343400"/>
              <a:gd name="csY1" fmla="*/ 0 h 18288"/>
              <a:gd name="csX2" fmla="*/ 1067235 w 4343400"/>
              <a:gd name="csY2" fmla="*/ 0 h 18288"/>
              <a:gd name="csX3" fmla="*/ 1600853 w 4343400"/>
              <a:gd name="csY3" fmla="*/ 0 h 18288"/>
              <a:gd name="csX4" fmla="*/ 2264773 w 4343400"/>
              <a:gd name="csY4" fmla="*/ 0 h 18288"/>
              <a:gd name="csX5" fmla="*/ 2841825 w 4343400"/>
              <a:gd name="csY5" fmla="*/ 0 h 18288"/>
              <a:gd name="csX6" fmla="*/ 3375442 w 4343400"/>
              <a:gd name="csY6" fmla="*/ 0 h 18288"/>
              <a:gd name="csX7" fmla="*/ 4343400 w 4343400"/>
              <a:gd name="csY7" fmla="*/ 0 h 18288"/>
              <a:gd name="csX8" fmla="*/ 4343400 w 4343400"/>
              <a:gd name="csY8" fmla="*/ 18288 h 18288"/>
              <a:gd name="csX9" fmla="*/ 3722914 w 4343400"/>
              <a:gd name="csY9" fmla="*/ 18288 h 18288"/>
              <a:gd name="csX10" fmla="*/ 3189297 w 4343400"/>
              <a:gd name="csY10" fmla="*/ 18288 h 18288"/>
              <a:gd name="csX11" fmla="*/ 2481943 w 4343400"/>
              <a:gd name="csY11" fmla="*/ 18288 h 18288"/>
              <a:gd name="csX12" fmla="*/ 1904891 w 4343400"/>
              <a:gd name="csY12" fmla="*/ 18288 h 18288"/>
              <a:gd name="csX13" fmla="*/ 1414707 w 4343400"/>
              <a:gd name="csY13" fmla="*/ 18288 h 18288"/>
              <a:gd name="csX14" fmla="*/ 750788 w 4343400"/>
              <a:gd name="csY14" fmla="*/ 18288 h 18288"/>
              <a:gd name="csX15" fmla="*/ 0 w 4343400"/>
              <a:gd name="csY15" fmla="*/ 18288 h 18288"/>
              <a:gd name="csX16" fmla="*/ 0 w 43434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FE569F0-B069-36D7-A957-92CBC1612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908005"/>
            <a:ext cx="5295015" cy="32689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cs-CZ" sz="2200"/>
              <a:t>Problémy: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200"/>
              <a:t>Při inicializaci SysTick jsme nastavili že když dosáhne 0 tak spustí interrupt</a:t>
            </a:r>
          </a:p>
          <a:p>
            <a:r>
              <a:rPr lang="cs-CZ" sz="2200"/>
              <a:t>Zajímavosti: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200"/>
              <a:t>Při práci na kódu se proti nám vzbouřilo inline AI výsměchem, nebo youtube odkazem na gangnam style</a:t>
            </a:r>
          </a:p>
        </p:txBody>
      </p:sp>
      <p:pic>
        <p:nvPicPr>
          <p:cNvPr id="6" name="Obrázek 5" descr="Obsah obrázku text, elektronika, počítač, displej&#10;&#10;Obsah generovaný pomocí AI může být nesprávný.">
            <a:extLst>
              <a:ext uri="{FF2B5EF4-FFF2-40B4-BE49-F238E27FC236}">
                <a16:creationId xmlns:a16="http://schemas.microsoft.com/office/drawing/2014/main" id="{C4BB10CF-27FD-8DA5-32BE-AED61D47C6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97" t="28134" r="19835" b="42992"/>
          <a:stretch>
            <a:fillRect/>
          </a:stretch>
        </p:blipFill>
        <p:spPr>
          <a:xfrm>
            <a:off x="6290564" y="379098"/>
            <a:ext cx="2823356" cy="1504612"/>
          </a:xfrm>
          <a:prstGeom prst="rect">
            <a:avLst/>
          </a:prstGeom>
        </p:spPr>
      </p:pic>
      <p:pic>
        <p:nvPicPr>
          <p:cNvPr id="5" name="Obrázek 4" descr="Obsah obrázku text, elektronika, snímek obrazovky, počítač&#10;&#10;Obsah generovaný pomocí AI může být nesprávný.">
            <a:extLst>
              <a:ext uri="{FF2B5EF4-FFF2-40B4-BE49-F238E27FC236}">
                <a16:creationId xmlns:a16="http://schemas.microsoft.com/office/drawing/2014/main" id="{28A797E5-B001-E723-3F41-93015B1279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038" t="33913" r="5825" b="24529"/>
          <a:stretch>
            <a:fillRect/>
          </a:stretch>
        </p:blipFill>
        <p:spPr>
          <a:xfrm>
            <a:off x="7295981" y="1896933"/>
            <a:ext cx="4538271" cy="1497425"/>
          </a:xfrm>
          <a:prstGeom prst="rect">
            <a:avLst/>
          </a:prstGeom>
        </p:spPr>
      </p:pic>
      <p:pic>
        <p:nvPicPr>
          <p:cNvPr id="4" name="Obrázek 3" descr="Obsah obrázku motocykl, Akční adventura, Akční film, Digitální kompozice&#10;&#10;Obsah generovaný pomocí AI může být nesprávný.">
            <a:extLst>
              <a:ext uri="{FF2B5EF4-FFF2-40B4-BE49-F238E27FC236}">
                <a16:creationId xmlns:a16="http://schemas.microsoft.com/office/drawing/2014/main" id="{AC15AE1D-EF70-430C-5236-74C870E00D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566" r="-1" b="-1"/>
          <a:stretch>
            <a:fillRect/>
          </a:stretch>
        </p:blipFill>
        <p:spPr>
          <a:xfrm>
            <a:off x="6396397" y="3435398"/>
            <a:ext cx="5431536" cy="273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450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9A1DCC0-3A31-E978-281D-8F2EDC04F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 sz="5400"/>
              <a:t>Závěř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8A39631-B350-C4F9-F655-01EB8345D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cs-CZ" sz="2200"/>
              <a:t>Co udělat jinak příště: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200"/>
              <a:t>Ideálně rozdělit si kód do knihoven někdy ze začátku a né až na konci</a:t>
            </a:r>
          </a:p>
          <a:p>
            <a:r>
              <a:rPr lang="cs-CZ" sz="2200"/>
              <a:t>Líbilo: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200"/>
              <a:t>Šlo to relativně bez problémů (když ignorujeme vzpouru AI)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200"/>
              <a:t>Bylo nám dobře vysvětleno jak funguje takovéto programování mikrokontroleru (Jak fungují interrupty, časovače, atd...)</a:t>
            </a:r>
          </a:p>
          <a:p>
            <a:r>
              <a:rPr lang="cs-CZ" sz="2200"/>
              <a:t>Nelíbilo: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200"/>
              <a:t>Vzpoura AI</a:t>
            </a:r>
          </a:p>
          <a:p>
            <a:r>
              <a:rPr lang="cs-CZ" sz="2200"/>
              <a:t>Do jaké míry jsme projekt dokončily?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200"/>
              <a:t>Tak 80% hra funguje komplet, ale naše knihovna MyArduino by šla dokončit, chybí nám tam funkcionality, které jsme zrovna pro tento projekt nepotřebovali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cs-CZ" sz="2200"/>
          </a:p>
        </p:txBody>
      </p:sp>
    </p:spTree>
    <p:extLst>
      <p:ext uri="{BB962C8B-B14F-4D97-AF65-F5344CB8AC3E}">
        <p14:creationId xmlns:p14="http://schemas.microsoft.com/office/powerpoint/2010/main" val="483254003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systému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Kancelář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Širokoúhlá obrazovka</PresentationFormat>
  <Paragraphs>0</Paragraphs>
  <Slides>7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8" baseType="lpstr">
      <vt:lpstr>Motiv systému Office</vt:lpstr>
      <vt:lpstr>StephenSays</vt:lpstr>
      <vt:lpstr>Návrh</vt:lpstr>
      <vt:lpstr>Návrh</vt:lpstr>
      <vt:lpstr>Hardware</vt:lpstr>
      <vt:lpstr>Software</vt:lpstr>
      <vt:lpstr>Experience</vt:lpstr>
      <vt:lpstr>Závěř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201</cp:revision>
  <dcterms:created xsi:type="dcterms:W3CDTF">2026-05-29T06:40:57Z</dcterms:created>
  <dcterms:modified xsi:type="dcterms:W3CDTF">2026-05-29T08:32:37Z</dcterms:modified>
</cp:coreProperties>
</file>